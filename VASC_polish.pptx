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4"/>
  </p:sldMasterIdLst>
  <p:notesMasterIdLst>
    <p:notesMasterId r:id="rId16"/>
  </p:notesMasterIdLst>
  <p:sldIdLst>
    <p:sldId id="256" r:id="rId5"/>
    <p:sldId id="257" r:id="rId6"/>
    <p:sldId id="261" r:id="rId7"/>
    <p:sldId id="262" r:id="rId8"/>
    <p:sldId id="259" r:id="rId9"/>
    <p:sldId id="260" r:id="rId10"/>
    <p:sldId id="258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EC2B7-5603-E847-9CCD-B17BCD70217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AB055-8057-8042-A9DC-340E25EB4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631D5-4CBA-B958-66E5-1D06CE60A685}"/>
              </a:ext>
            </a:extLst>
          </p:cNvPr>
          <p:cNvSpPr/>
          <p:nvPr/>
        </p:nvSpPr>
        <p:spPr>
          <a:xfrm>
            <a:off x="457200" y="1110996"/>
            <a:ext cx="11277600" cy="46360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E59B00B-2A72-3526-46B5-2D31EFBA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53AC4E3-F9DF-C029-69FF-01D7C04DE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70" y="6031065"/>
            <a:ext cx="9144000" cy="54864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47A7DF-A880-1D22-F809-631CB36C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645FC2-7E06-2307-2D7B-2B52E501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9450" y="430684"/>
            <a:ext cx="2743200" cy="365125"/>
          </a:xfrm>
        </p:spPr>
        <p:txBody>
          <a:bodyPr/>
          <a:lstStyle/>
          <a:p>
            <a:fld id="{C6B4DC52-CC44-D647-BBB1-762854F46572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CE0142-6727-D96E-8B4C-F8DC42F3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40B778AE-8D30-EC43-B255-420E7914C179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1" name="Picture 10" descr="A lemons on a branch  AI-generated content may be incorrect.">
            <a:extLst>
              <a:ext uri="{FF2B5EF4-FFF2-40B4-BE49-F238E27FC236}">
                <a16:creationId xmlns:a16="http://schemas.microsoft.com/office/drawing/2014/main" id="{617993DE-FCA3-752E-CB4D-EE0CBE74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94"/>
          <a:stretch>
            <a:fillRect/>
          </a:stretch>
        </p:blipFill>
        <p:spPr>
          <a:xfrm>
            <a:off x="6251965" y="1110995"/>
            <a:ext cx="5482836" cy="46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100584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4480"/>
            <a:ext cx="11274552" cy="429768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2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C43E3D-F1B4-8814-CBFD-54B6394BA78F}"/>
              </a:ext>
            </a:extLst>
          </p:cNvPr>
          <p:cNvSpPr/>
          <p:nvPr/>
        </p:nvSpPr>
        <p:spPr>
          <a:xfrm>
            <a:off x="0" y="0"/>
            <a:ext cx="12192000" cy="40720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480560"/>
            <a:ext cx="11274552" cy="9969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532535"/>
            <a:ext cx="11274552" cy="5486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1"/>
            <a:ext cx="11274552" cy="3111499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9749300-EB7F-2826-88A0-CB3E4B36C0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C0BE1CD-8E53-8DE9-82CF-9813E2925E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85CE52D-B630-4803-B6B1-978CBC39E2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2FA9DB-1C23-8847-8157-4FA9725CC381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0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187BAA-B8F3-6F9A-35D6-79C20A14A9DC}"/>
              </a:ext>
            </a:extLst>
          </p:cNvPr>
          <p:cNvSpPr/>
          <p:nvPr/>
        </p:nvSpPr>
        <p:spPr>
          <a:xfrm>
            <a:off x="5090160" y="-1"/>
            <a:ext cx="710184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7" y="548640"/>
            <a:ext cx="4175760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492488"/>
            <a:ext cx="4175760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C3368D-40FA-88E5-2622-5C794E187D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BA8E-1A54-1C96-093B-B44E62007A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9077" y="6126480"/>
            <a:ext cx="210312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7656-FDD0-1CCB-57C9-0B3A32C50C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06709" y="6126480"/>
            <a:ext cx="1626250" cy="365125"/>
          </a:xfrm>
        </p:spPr>
        <p:txBody>
          <a:bodyPr/>
          <a:lstStyle/>
          <a:p>
            <a:fld id="{84E3F07D-7317-3440-A531-3AA29DD45979}" type="datetime1">
              <a:rPr lang="en-US" smtClean="0"/>
              <a:t>4/25/2026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47360" y="457200"/>
            <a:ext cx="6187440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48527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2DD718-F017-AE4C-FB9F-B4557EA33522}"/>
              </a:ext>
            </a:extLst>
          </p:cNvPr>
          <p:cNvSpPr/>
          <p:nvPr/>
        </p:nvSpPr>
        <p:spPr>
          <a:xfrm>
            <a:off x="0" y="-1"/>
            <a:ext cx="71628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2618" y="457200"/>
            <a:ext cx="4112182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2618" y="4870174"/>
            <a:ext cx="4114800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57200" y="457200"/>
            <a:ext cx="623625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46577E-8831-2287-F882-043365FBE3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30823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8256CB-DBBA-7F98-5D6E-65BAC30806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28420" y="6126480"/>
            <a:ext cx="2717314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7DDC16-6E73-6885-8380-0E401292C0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5734" y="6126480"/>
            <a:ext cx="991684" cy="365125"/>
          </a:xfrm>
        </p:spPr>
        <p:txBody>
          <a:bodyPr/>
          <a:lstStyle/>
          <a:p>
            <a:fld id="{28CD2E8A-C0A9-4347-A584-9C026C30AB40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7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246537-4B75-474B-2A12-4A3572BEA2EC}"/>
              </a:ext>
            </a:extLst>
          </p:cNvPr>
          <p:cNvSpPr/>
          <p:nvPr/>
        </p:nvSpPr>
        <p:spPr>
          <a:xfrm>
            <a:off x="0" y="-1"/>
            <a:ext cx="73152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0584" y="457200"/>
            <a:ext cx="4114800" cy="379972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0581" y="4403039"/>
            <a:ext cx="3959352" cy="14630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6400800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15057E-7A11-B5DB-0534-D815398664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77611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74E8DD-5B33-6D4C-0DDF-CB27D8491E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3715" y="6126480"/>
            <a:ext cx="2522862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DF415EC-0AD6-6198-0FC5-D47053F2FBF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81835" y="6126480"/>
            <a:ext cx="948098" cy="365125"/>
          </a:xfrm>
        </p:spPr>
        <p:txBody>
          <a:bodyPr/>
          <a:lstStyle/>
          <a:p>
            <a:fld id="{B2E8E543-FE9A-4843-9AB8-691F5895E16D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73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95BD72-5536-F3FE-33EF-8633D55A2D61}"/>
              </a:ext>
            </a:extLst>
          </p:cNvPr>
          <p:cNvSpPr/>
          <p:nvPr/>
        </p:nvSpPr>
        <p:spPr>
          <a:xfrm>
            <a:off x="468772" y="1155432"/>
            <a:ext cx="11274552" cy="42538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59B19-9CED-B375-2B62-A6035F09E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5656357"/>
            <a:ext cx="11274552" cy="935512"/>
          </a:xfrm>
        </p:spPr>
        <p:txBody>
          <a:bodyPr anchor="ctr" anchorCtr="0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A7984-A4B6-F007-847A-B07D938E6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329" y="365760"/>
            <a:ext cx="8349343" cy="5407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  AI-generated content may be incorrect.">
            <a:extLst>
              <a:ext uri="{FF2B5EF4-FFF2-40B4-BE49-F238E27FC236}">
                <a16:creationId xmlns:a16="http://schemas.microsoft.com/office/drawing/2014/main" id="{3C01443A-552D-4FF4-DE2A-271C95288D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459" y="1155432"/>
            <a:ext cx="4279082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5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1DE5E9-85A8-0FC5-7F43-2E0EABF782DF}"/>
              </a:ext>
            </a:extLst>
          </p:cNvPr>
          <p:cNvSpPr/>
          <p:nvPr/>
        </p:nvSpPr>
        <p:spPr>
          <a:xfrm>
            <a:off x="457200" y="457199"/>
            <a:ext cx="4092338" cy="5943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50CA3D-7603-670A-D8C7-708AE9FA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8" y="1711444"/>
            <a:ext cx="6858001" cy="492977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11682ED-44B0-7547-E137-F0B1DA936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383629"/>
            <a:ext cx="3899647" cy="97715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  AI-generated content may be incorrect.">
            <a:extLst>
              <a:ext uri="{FF2B5EF4-FFF2-40B4-BE49-F238E27FC236}">
                <a16:creationId xmlns:a16="http://schemas.microsoft.com/office/drawing/2014/main" id="{15BE8FF9-7851-AB46-405F-0AA70A4B66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613" t="-1" b="-3044"/>
          <a:stretch>
            <a:fillRect/>
          </a:stretch>
        </p:blipFill>
        <p:spPr>
          <a:xfrm>
            <a:off x="457200" y="460148"/>
            <a:ext cx="4710576" cy="63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198"/>
            <a:ext cx="5140452" cy="61996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4AE76-095C-A207-5846-53F5F689F718}"/>
              </a:ext>
            </a:extLst>
          </p:cNvPr>
          <p:cNvSpPr/>
          <p:nvPr/>
        </p:nvSpPr>
        <p:spPr>
          <a:xfrm>
            <a:off x="6096000" y="457200"/>
            <a:ext cx="5617029" cy="59436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lemons on a branch with blue leaves  AI-generated content may be incorrect.">
            <a:extLst>
              <a:ext uri="{FF2B5EF4-FFF2-40B4-BE49-F238E27FC236}">
                <a16:creationId xmlns:a16="http://schemas.microsoft.com/office/drawing/2014/main" id="{65E78305-C5E3-6063-CB40-26C0D5E0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53" y="457194"/>
            <a:ext cx="7277476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85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98790"/>
            <a:ext cx="6400800" cy="1247197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3520" y="2557825"/>
            <a:ext cx="6400800" cy="3185025"/>
          </a:xfrm>
        </p:spPr>
        <p:txBody>
          <a:bodyPr anchor="b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F1D5-6C74-2344-B02C-988BD7DE5058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81EAF-576F-9050-A03B-54F899B4C07A}"/>
              </a:ext>
            </a:extLst>
          </p:cNvPr>
          <p:cNvSpPr/>
          <p:nvPr/>
        </p:nvSpPr>
        <p:spPr>
          <a:xfrm>
            <a:off x="411481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lemon on a branch  AI-generated content may be incorrect.">
            <a:extLst>
              <a:ext uri="{FF2B5EF4-FFF2-40B4-BE49-F238E27FC236}">
                <a16:creationId xmlns:a16="http://schemas.microsoft.com/office/drawing/2014/main" id="{C7EE14FD-1F7E-7416-B121-07AC7950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4" y="557784"/>
            <a:ext cx="479807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F09020-BF03-712A-9029-505DB1E628D4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3749040" cy="283464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0568" y="914399"/>
            <a:ext cx="6126480" cy="4480560"/>
          </a:xfrm>
        </p:spPr>
        <p:txBody>
          <a:bodyPr anchor="t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26B5E-0855-9440-AA3D-7D15E0A5A0A9}" type="datetime1">
              <a:rPr lang="en-US" smtClean="0"/>
              <a:t>4/25/2026</a:t>
            </a:fld>
            <a:endParaRPr lang="en-US"/>
          </a:p>
        </p:txBody>
      </p:sp>
      <p:pic>
        <p:nvPicPr>
          <p:cNvPr id="12" name="Picture 11" descr="Blue leaves on a black background  AI-generated content may be incorrect.">
            <a:extLst>
              <a:ext uri="{FF2B5EF4-FFF2-40B4-BE49-F238E27FC236}">
                <a16:creationId xmlns:a16="http://schemas.microsoft.com/office/drawing/2014/main" id="{8C201F69-ACDC-EC3F-66B0-D7107872DC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69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B4B979-1FB0-5E72-46AC-50BC7CFE6907}"/>
              </a:ext>
            </a:extLst>
          </p:cNvPr>
          <p:cNvSpPr/>
          <p:nvPr/>
        </p:nvSpPr>
        <p:spPr>
          <a:xfrm>
            <a:off x="0" y="-1"/>
            <a:ext cx="457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223" y="914400"/>
            <a:ext cx="6126480" cy="118872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3657600" cy="59436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45224" y="2468880"/>
            <a:ext cx="6126480" cy="3436789"/>
          </a:xfrm>
        </p:spPr>
        <p:txBody>
          <a:bodyPr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2000" baseline="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800" baseline="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600" baseline="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 baseline="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F12806-9D4B-B331-8FBA-9E389069CF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050561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280FE9-C0C5-BEEF-1C01-F53C19D152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48158" y="612648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13CDBE3-275E-E9FB-D64A-5856C14B07C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29874" y="6126480"/>
            <a:ext cx="1328185" cy="365125"/>
          </a:xfrm>
        </p:spPr>
        <p:txBody>
          <a:bodyPr/>
          <a:lstStyle/>
          <a:p>
            <a:fld id="{20EA976F-543A-3147-8F10-92D90F1FB7DE}" type="datetime1">
              <a:rPr lang="en-US" smtClean="0"/>
              <a:t>4/25/2026</a:t>
            </a:fld>
            <a:endParaRPr lang="en-US"/>
          </a:p>
        </p:txBody>
      </p:sp>
      <p:pic>
        <p:nvPicPr>
          <p:cNvPr id="3" name="Picture 2" descr="A blue and black image of two birds  AI-generated content may be incorrect.">
            <a:extLst>
              <a:ext uri="{FF2B5EF4-FFF2-40B4-BE49-F238E27FC236}">
                <a16:creationId xmlns:a16="http://schemas.microsoft.com/office/drawing/2014/main" id="{61A4B5C7-FD62-4D7D-A791-54AB1ABC8C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6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 sz="1400"/>
            </a:lvl1pPr>
            <a:lvl2pPr marL="228600" indent="0" algn="ctr">
              <a:buNone/>
              <a:defRPr sz="1400"/>
            </a:lvl2pPr>
            <a:lvl3pPr marL="457200" indent="0" algn="ctr">
              <a:buNone/>
              <a:defRPr sz="1400"/>
            </a:lvl3pPr>
            <a:lvl4pPr marL="685800" indent="0" algn="ctr">
              <a:buNone/>
              <a:defRPr sz="1400"/>
            </a:lvl4pPr>
            <a:lvl5pPr marL="91440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2A3C-8A73-964C-A7B1-9C66EB8F456D}" type="datetime1">
              <a:rPr lang="en-US" smtClean="0"/>
              <a:t>4/25/2026</a:t>
            </a:fld>
            <a:endParaRPr lang="en-US"/>
          </a:p>
        </p:txBody>
      </p:sp>
      <p:pic>
        <p:nvPicPr>
          <p:cNvPr id="11" name="Picture 10" descr="A blue leaf on a black background  AI-generated content may be incorrect.">
            <a:extLst>
              <a:ext uri="{FF2B5EF4-FFF2-40B4-BE49-F238E27FC236}">
                <a16:creationId xmlns:a16="http://schemas.microsoft.com/office/drawing/2014/main" id="{BED6ACC6-8535-9138-3CC3-23292E127C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3" name="Picture 12" descr="Blue leaves on a black background  AI-generated content may be incorrect.">
            <a:extLst>
              <a:ext uri="{FF2B5EF4-FFF2-40B4-BE49-F238E27FC236}">
                <a16:creationId xmlns:a16="http://schemas.microsoft.com/office/drawing/2014/main" id="{9891E051-0BB5-0815-2DD6-BBEBCE603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4" name="Picture 13" descr="Blue leaves on a black background  AI-generated content may be incorrect.">
            <a:extLst>
              <a:ext uri="{FF2B5EF4-FFF2-40B4-BE49-F238E27FC236}">
                <a16:creationId xmlns:a16="http://schemas.microsoft.com/office/drawing/2014/main" id="{B2C36771-C253-85DB-E144-61D9EB19FC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72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-2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86283C0-8ECE-D2EA-E5E3-6F15CF154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234" y="1315451"/>
            <a:ext cx="3163825" cy="188892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0872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8469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9106" y="274320"/>
            <a:ext cx="938954" cy="365125"/>
          </a:xfrm>
        </p:spPr>
        <p:txBody>
          <a:bodyPr/>
          <a:lstStyle/>
          <a:p>
            <a:fld id="{16BEDD57-7FB0-8C49-978A-2E5AD4193CAB}" type="datetime1">
              <a:rPr lang="en-US" smtClean="0"/>
              <a:t>4/25/2026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7DC67AD-3301-6431-3E36-B83AA13337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0" y="3335363"/>
            <a:ext cx="3162699" cy="2372709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close up of a blue and yellow leaf  AI-generated content may be incorrect.">
            <a:extLst>
              <a:ext uri="{FF2B5EF4-FFF2-40B4-BE49-F238E27FC236}">
                <a16:creationId xmlns:a16="http://schemas.microsoft.com/office/drawing/2014/main" id="{F4AA3198-0DF5-E044-FEBD-0A08E92D5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62919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29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4053840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807023-B064-9646-E49E-9AEF600F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5453"/>
            <a:ext cx="3163824" cy="1888923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249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846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9646" y="274320"/>
            <a:ext cx="970791" cy="365125"/>
          </a:xfrm>
        </p:spPr>
        <p:txBody>
          <a:bodyPr/>
          <a:lstStyle/>
          <a:p>
            <a:fld id="{3398BDEE-7079-9E46-9D3D-C026D74D657A}" type="datetime1">
              <a:rPr lang="en-US" smtClean="0"/>
              <a:t>4/25/2026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635AD-DF42-C262-C20D-FDB7B41162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335364"/>
            <a:ext cx="3163824" cy="3107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lemons on a branch with leaves  AI-generated content may be incorrect.">
            <a:extLst>
              <a:ext uri="{FF2B5EF4-FFF2-40B4-BE49-F238E27FC236}">
                <a16:creationId xmlns:a16="http://schemas.microsoft.com/office/drawing/2014/main" id="{ADF17735-1EF3-3E8F-EE23-73AE24B0CF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5" r="9359" b="30270"/>
          <a:stretch>
            <a:fillRect/>
          </a:stretch>
        </p:blipFill>
        <p:spPr>
          <a:xfrm>
            <a:off x="3795759" y="0"/>
            <a:ext cx="8396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00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DA1B6-7262-A14C-9D8B-572C17D5CCAA}" type="datetime1">
              <a:rPr lang="en-US" smtClean="0"/>
              <a:t>4/25/2026</a:t>
            </a:fld>
            <a:endParaRPr lang="en-US"/>
          </a:p>
        </p:txBody>
      </p:sp>
      <p:pic>
        <p:nvPicPr>
          <p:cNvPr id="7" name="Picture 6" descr="A blue and black image of two birds  AI-generated content may be incorrect.">
            <a:extLst>
              <a:ext uri="{FF2B5EF4-FFF2-40B4-BE49-F238E27FC236}">
                <a16:creationId xmlns:a16="http://schemas.microsoft.com/office/drawing/2014/main" id="{53359F0E-3165-F69F-DECE-2D1FB68E17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5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3923455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914400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B914E-727D-924F-AF8C-57D7CD572093}" type="datetime1">
              <a:rPr lang="en-US" smtClean="0"/>
              <a:t>4/25/2026</a:t>
            </a:fld>
            <a:endParaRPr lang="en-US"/>
          </a:p>
        </p:txBody>
      </p:sp>
      <p:pic>
        <p:nvPicPr>
          <p:cNvPr id="3" name="Picture 2" descr="A blue and black image of two birds  AI-generated content may be incorrect.">
            <a:extLst>
              <a:ext uri="{FF2B5EF4-FFF2-40B4-BE49-F238E27FC236}">
                <a16:creationId xmlns:a16="http://schemas.microsoft.com/office/drawing/2014/main" id="{A830C04B-A250-7A15-C730-C6A3AFCB9C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175848" y="5943599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22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617" y="731520"/>
            <a:ext cx="8658766" cy="1005840"/>
          </a:xfrm>
        </p:spPr>
        <p:txBody>
          <a:bodyPr anchor="b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1AD03-5543-5055-E5F3-2C2E7AF4A6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53413" y="1995858"/>
            <a:ext cx="6884668" cy="3739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8492AF-A293-67AC-351D-6F8D2EE5A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12EA25-588C-6976-3F71-17F5A88C9A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8EAD482-3B0C-B1C6-EDE0-9F5AD7972C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0565B3-CF1A-E942-97FF-0B9F398F7855}" type="datetime1">
              <a:rPr lang="en-US" smtClean="0"/>
              <a:t>4/25/2026</a:t>
            </a:fld>
            <a:endParaRPr lang="en-US"/>
          </a:p>
        </p:txBody>
      </p:sp>
      <p:pic>
        <p:nvPicPr>
          <p:cNvPr id="3" name="Picture 2" descr="A blue leafy plant  AI-generated content may be incorrect.">
            <a:extLst>
              <a:ext uri="{FF2B5EF4-FFF2-40B4-BE49-F238E27FC236}">
                <a16:creationId xmlns:a16="http://schemas.microsoft.com/office/drawing/2014/main" id="{7514231A-DFF9-EEC8-7FD8-6D51A7E9FF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9" name="Picture 8" descr="A blue leaf on a black background  AI-generated content may be incorrect.">
            <a:extLst>
              <a:ext uri="{FF2B5EF4-FFF2-40B4-BE49-F238E27FC236}">
                <a16:creationId xmlns:a16="http://schemas.microsoft.com/office/drawing/2014/main" id="{A6D137FE-2907-46A6-B35B-5A4CAE628A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  <p:pic>
        <p:nvPicPr>
          <p:cNvPr id="15" name="Picture 14" descr="A blue and black image of two birds  AI-generated content may be incorrect.">
            <a:extLst>
              <a:ext uri="{FF2B5EF4-FFF2-40B4-BE49-F238E27FC236}">
                <a16:creationId xmlns:a16="http://schemas.microsoft.com/office/drawing/2014/main" id="{04E727C6-2D47-C987-AC9F-2BBBF96542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1893" y="301334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11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1"/>
            <a:ext cx="3992880" cy="251459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914400"/>
            <a:ext cx="6957460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40358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A344-177D-9B4D-B4B5-DB629B3B0E97}" type="datetime1">
              <a:rPr lang="en-US" smtClean="0"/>
              <a:t>4/25/2026</a:t>
            </a:fld>
            <a:endParaRPr lang="en-US"/>
          </a:p>
        </p:txBody>
      </p:sp>
      <p:pic>
        <p:nvPicPr>
          <p:cNvPr id="7" name="Picture 6" descr="A blue leaf on a black background  AI-generated content may be incorrect.">
            <a:extLst>
              <a:ext uri="{FF2B5EF4-FFF2-40B4-BE49-F238E27FC236}">
                <a16:creationId xmlns:a16="http://schemas.microsoft.com/office/drawing/2014/main" id="{415D9329-8404-8FB6-440F-E9849300BA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307"/>
          <a:stretch>
            <a:fillRect/>
          </a:stretch>
        </p:blipFill>
        <p:spPr>
          <a:xfrm rot="16200000">
            <a:off x="2766204" y="5165090"/>
            <a:ext cx="2052320" cy="1333500"/>
          </a:xfrm>
          <a:prstGeom prst="rect">
            <a:avLst/>
          </a:prstGeom>
        </p:spPr>
      </p:pic>
      <p:pic>
        <p:nvPicPr>
          <p:cNvPr id="10" name="Picture 9" descr="A blue leaf on a black background  AI-generated content may be incorrect.">
            <a:extLst>
              <a:ext uri="{FF2B5EF4-FFF2-40B4-BE49-F238E27FC236}">
                <a16:creationId xmlns:a16="http://schemas.microsoft.com/office/drawing/2014/main" id="{583DC239-1B91-3F75-7E85-D0A752FB004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595299">
            <a:off x="1217794" y="4109349"/>
            <a:ext cx="2058669" cy="103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91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emons on a branch with leaves  AI-generated content may be incorrect.">
            <a:extLst>
              <a:ext uri="{FF2B5EF4-FFF2-40B4-BE49-F238E27FC236}">
                <a16:creationId xmlns:a16="http://schemas.microsoft.com/office/drawing/2014/main" id="{292A7410-B2FC-D132-8D8C-4AF1B50705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66" t="289" r="43489" b="8672"/>
          <a:stretch>
            <a:fillRect/>
          </a:stretch>
        </p:blipFill>
        <p:spPr>
          <a:xfrm>
            <a:off x="8120743" y="0"/>
            <a:ext cx="407125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109728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828800"/>
            <a:ext cx="7315199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99251" y="6126480"/>
            <a:ext cx="2073147" cy="365125"/>
          </a:xfrm>
        </p:spPr>
        <p:txBody>
          <a:bodyPr/>
          <a:lstStyle/>
          <a:p>
            <a:fld id="{5A7A0291-FBD7-2345-9C81-5FC586A6DB9E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0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D6C8C-4A02-004B-93D7-C0DBD4026299}" type="datetime1">
              <a:rPr lang="en-US" smtClean="0"/>
              <a:t>4/25/2026</a:t>
            </a:fld>
            <a:endParaRPr lang="en-US"/>
          </a:p>
        </p:txBody>
      </p:sp>
      <p:pic>
        <p:nvPicPr>
          <p:cNvPr id="7" name="Picture 6" descr="Blue leaves on a black background  AI-generated content may be incorrect.">
            <a:extLst>
              <a:ext uri="{FF2B5EF4-FFF2-40B4-BE49-F238E27FC236}">
                <a16:creationId xmlns:a16="http://schemas.microsoft.com/office/drawing/2014/main" id="{DE136570-804C-5DD0-226A-419BDFE89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7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DBE0D0-60D9-A8DD-819A-4EC6098596AA}"/>
              </a:ext>
            </a:extLst>
          </p:cNvPr>
          <p:cNvSpPr/>
          <p:nvPr/>
        </p:nvSpPr>
        <p:spPr>
          <a:xfrm>
            <a:off x="0" y="-1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A90C2D-E9F9-B5AC-3789-289AA8EF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327" y="642192"/>
            <a:ext cx="3172968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66327" y="3011335"/>
            <a:ext cx="316253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6C8A42-D773-E384-D003-FF92C7D3D7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573862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62C323-6B9B-80DF-EF74-D99250EE92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971459" y="6126480"/>
            <a:ext cx="193412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6DB1-F652-6E69-77F4-F055AD2AF6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92496" y="6126480"/>
            <a:ext cx="965564" cy="365125"/>
          </a:xfrm>
        </p:spPr>
        <p:txBody>
          <a:bodyPr/>
          <a:lstStyle/>
          <a:p>
            <a:fld id="{954F3EE5-5A62-1142-B29B-2D79B0DFBB49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6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F29CE5-A8CD-ED9A-7F5A-693443689EAB}"/>
              </a:ext>
            </a:extLst>
          </p:cNvPr>
          <p:cNvSpPr/>
          <p:nvPr/>
        </p:nvSpPr>
        <p:spPr>
          <a:xfrm>
            <a:off x="4145280" y="-1"/>
            <a:ext cx="80467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F1C8EF-0052-4E1D-ADC9-E3E4FD32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55" y="642192"/>
            <a:ext cx="3274169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011335"/>
            <a:ext cx="3274169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33EBD6B-DFDB-0D0B-252B-324DA354BF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97FC8F1-C8AE-5332-F165-13ED9003CB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18954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B703-6F6B-3A91-C03F-5AA8FECF96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4563" y="6126480"/>
            <a:ext cx="1033988" cy="365125"/>
          </a:xfrm>
        </p:spPr>
        <p:txBody>
          <a:bodyPr/>
          <a:lstStyle/>
          <a:p>
            <a:fld id="{72C7549D-B911-DC4D-9096-0244F27A5122}" type="datetime1">
              <a:rPr lang="en-US" smtClean="0"/>
              <a:t>4/25/2026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6266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AE976-70C1-E011-D1BD-A186B254606F}"/>
              </a:ext>
            </a:extLst>
          </p:cNvPr>
          <p:cNvSpPr/>
          <p:nvPr/>
        </p:nvSpPr>
        <p:spPr>
          <a:xfrm>
            <a:off x="0" y="-1"/>
            <a:ext cx="12192000" cy="42062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0688BC7-C8A7-1B9D-DD5A-CC721C82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3440"/>
            <a:ext cx="4206240" cy="1124712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4552" cy="3261360"/>
          </a:xfrm>
          <a:blipFill dpi="0" rotWithShape="1">
            <a:blip r:embed="rId2">
              <a:alphaModFix amt="60000"/>
            </a:blip>
            <a:srcRect/>
            <a:stretch>
              <a:fillRect t="1" b="-89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4663440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99B38A-E62D-AD07-98E2-F076BBB690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C33DF7-70E3-8959-4BBB-88BA646FC8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6559B-3088-D543-8627-C631D5D845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E3B3F6E-3994-0241-BCBC-BC1EBD257F6E}" type="datetime1">
              <a:rPr lang="en-US" smtClean="0"/>
              <a:t>4/25/2026</a:t>
            </a:fld>
            <a:endParaRPr lang="en-US"/>
          </a:p>
        </p:txBody>
      </p:sp>
      <p:pic>
        <p:nvPicPr>
          <p:cNvPr id="3" name="Picture 2" descr="A blue leaf on a black background  AI-generated content may be incorrect.">
            <a:extLst>
              <a:ext uri="{FF2B5EF4-FFF2-40B4-BE49-F238E27FC236}">
                <a16:creationId xmlns:a16="http://schemas.microsoft.com/office/drawing/2014/main" id="{B68BD559-5C7D-BCAB-EDFF-9A833E2B58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6400800" y="6144768"/>
            <a:ext cx="2330721" cy="717107"/>
          </a:xfrm>
          <a:prstGeom prst="rect">
            <a:avLst/>
          </a:prstGeom>
        </p:spPr>
      </p:pic>
      <p:pic>
        <p:nvPicPr>
          <p:cNvPr id="5" name="Picture 4" descr="A blue leaf on a black background  AI-generated content may be incorrect.">
            <a:extLst>
              <a:ext uri="{FF2B5EF4-FFF2-40B4-BE49-F238E27FC236}">
                <a16:creationId xmlns:a16="http://schemas.microsoft.com/office/drawing/2014/main" id="{351BF7C7-47D5-CE17-B30C-3114D6A147B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48" b="-8356"/>
          <a:stretch>
            <a:fillRect/>
          </a:stretch>
        </p:blipFill>
        <p:spPr>
          <a:xfrm rot="16200000" flipV="1">
            <a:off x="3316541" y="5909308"/>
            <a:ext cx="609599" cy="12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988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F14464-19AB-7D13-BD0E-2F857D32DD8F}"/>
              </a:ext>
            </a:extLst>
          </p:cNvPr>
          <p:cNvSpPr/>
          <p:nvPr/>
        </p:nvSpPr>
        <p:spPr>
          <a:xfrm>
            <a:off x="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CE19939-7641-D440-ED1C-43937E2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168" y="457200"/>
            <a:ext cx="3895344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3168" y="2315569"/>
            <a:ext cx="3894892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9D974-688E-6389-B676-3716A5DCE5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87460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11A75-2855-5D82-EF5E-AC8CBFD270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72204" y="6126480"/>
            <a:ext cx="21945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B728D-FE97-BBB3-3103-FB1096F0417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4766" y="6126480"/>
            <a:ext cx="1313294" cy="365125"/>
          </a:xfrm>
        </p:spPr>
        <p:txBody>
          <a:bodyPr/>
          <a:lstStyle/>
          <a:p>
            <a:fld id="{CEBAFC1B-AD29-C14A-91E0-0745420D0140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097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497F40-707E-796F-73DC-2241DB51A1A9}"/>
              </a:ext>
            </a:extLst>
          </p:cNvPr>
          <p:cNvSpPr/>
          <p:nvPr/>
        </p:nvSpPr>
        <p:spPr>
          <a:xfrm>
            <a:off x="469392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7A1B64-CA7C-74CC-8184-E144FC10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2315569"/>
            <a:ext cx="384048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CC24-AAEE-1EBE-5C8A-D731F7EDF2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C2662-2578-560F-F095-F1A11F44A08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E15DD-1F7C-8AB3-8EFB-E573908E03A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18354" y="6126480"/>
            <a:ext cx="1079325" cy="365125"/>
          </a:xfrm>
        </p:spPr>
        <p:txBody>
          <a:bodyPr/>
          <a:lstStyle/>
          <a:p>
            <a:fld id="{BCA30940-2954-AA4F-9BFF-1013B5D668D8}" type="datetime1">
              <a:rPr lang="en-US" smtClean="0"/>
              <a:t>4/25/2026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56498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131765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65BFA-D1C6-FAD3-7B5D-029C855B189E}"/>
              </a:ext>
            </a:extLst>
          </p:cNvPr>
          <p:cNvSpPr/>
          <p:nvPr/>
        </p:nvSpPr>
        <p:spPr>
          <a:xfrm>
            <a:off x="0" y="-1"/>
            <a:ext cx="65379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499533"/>
            <a:ext cx="4754880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5626608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1975104"/>
            <a:ext cx="475488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BE5B76-563B-3E92-FB3E-1D2C9717E8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104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520868-4C6A-1C68-6ECA-7B1457F096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07996" y="6126480"/>
            <a:ext cx="28346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F3A40-40CC-8BCE-4C26-6B49E64D60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90220" y="6126480"/>
            <a:ext cx="1467840" cy="365125"/>
          </a:xfrm>
        </p:spPr>
        <p:txBody>
          <a:bodyPr/>
          <a:lstStyle/>
          <a:p>
            <a:fld id="{5A0B49E7-1C5B-AD4A-B8C0-4550FE0A0235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034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98AE30-B0EC-6508-4AB4-7253892A47C9}"/>
              </a:ext>
            </a:extLst>
          </p:cNvPr>
          <p:cNvSpPr/>
          <p:nvPr/>
        </p:nvSpPr>
        <p:spPr>
          <a:xfrm>
            <a:off x="5516880" y="-1"/>
            <a:ext cx="66751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59361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920240"/>
            <a:ext cx="459349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9C4D3-7A66-D54C-679E-5F2210D54F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2DF43-22E2-E52D-1677-E2ECB5B988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2004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CC0E3-6C08-1723-74E8-C1EF05EFF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041314" y="6126480"/>
            <a:ext cx="1009377" cy="365125"/>
          </a:xfrm>
        </p:spPr>
        <p:txBody>
          <a:bodyPr/>
          <a:lstStyle/>
          <a:p>
            <a:fld id="{948C343A-B82F-4143-9348-1F135B2BF1BF}" type="datetime1">
              <a:rPr lang="en-US" smtClean="0"/>
              <a:t>4/25/2026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35040" y="457200"/>
            <a:ext cx="5661996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214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E9926E-1454-088A-DAEE-81D8FCE1A622}"/>
              </a:ext>
            </a:extLst>
          </p:cNvPr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80757"/>
            <a:ext cx="3044954" cy="20116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3508" y="457200"/>
            <a:ext cx="11274552" cy="2528633"/>
          </a:xfrm>
          <a:blipFill dpi="0" rotWithShape="1">
            <a:blip r:embed="rId2">
              <a:alphaModFix amt="60000"/>
            </a:blip>
            <a:srcRect/>
            <a:stretch>
              <a:fillRect t="1" r="-233" b="-175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79669" y="3880758"/>
            <a:ext cx="7900851" cy="2011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A1C8-408E-D74D-B08B-E4740ED27994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21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5840"/>
            <a:ext cx="3021873" cy="129763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AA3CE2-FA19-A0C1-5803-D6CB70AE52C4}"/>
              </a:ext>
            </a:extLst>
          </p:cNvPr>
          <p:cNvSpPr/>
          <p:nvPr/>
        </p:nvSpPr>
        <p:spPr>
          <a:xfrm>
            <a:off x="0" y="3636524"/>
            <a:ext cx="12192000" cy="32214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F2C2E6-D9FF-7960-30D4-3996CAF0E7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11480" y="27432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6CECD4-053E-15EE-496E-9BA230A307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274320"/>
            <a:ext cx="37242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77D76-068A-6817-DE61-41E5920B1A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839459" y="274320"/>
            <a:ext cx="1918601" cy="365125"/>
          </a:xfrm>
        </p:spPr>
        <p:txBody>
          <a:bodyPr/>
          <a:lstStyle/>
          <a:p>
            <a:fld id="{74C1E1D0-99FC-0441-BDC2-0A5DDB99B607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53543" y="1005840"/>
            <a:ext cx="7904517" cy="2194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004" y="4128448"/>
            <a:ext cx="11274056" cy="2285305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l="2" t="227" r="-270" b="-952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8300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049D46-A039-8FE9-795E-B9A09588FB81}"/>
              </a:ext>
            </a:extLst>
          </p:cNvPr>
          <p:cNvSpPr/>
          <p:nvPr/>
        </p:nvSpPr>
        <p:spPr>
          <a:xfrm>
            <a:off x="0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751" y="514175"/>
            <a:ext cx="6400800" cy="131502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3952393" cy="59436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3108" y="1978488"/>
            <a:ext cx="640080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3CD20-9BC1-4411-A4E2-3B37C24049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312105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5AD34-905D-5BB9-666C-2F8C95D63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09702" y="6126480"/>
            <a:ext cx="397521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4FBA4-81B9-2387-9280-85A1A169CC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F5157-4209-D142-B123-F174FB18FA7D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61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5BA68-BEB6-20D9-ED99-49AE2037C723}"/>
              </a:ext>
            </a:extLst>
          </p:cNvPr>
          <p:cNvSpPr/>
          <p:nvPr/>
        </p:nvSpPr>
        <p:spPr>
          <a:xfrm>
            <a:off x="7305675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428962" cy="11430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1737360"/>
            <a:ext cx="6428963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48AAF-8DE6-EAE0-C3BC-3EF1475AC6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12C07-7A5F-BEB6-7A29-9DAB0CF47A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BFD0-0424-7C4B-20AF-00D4497D7F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39443" y="6126480"/>
            <a:ext cx="2346720" cy="365125"/>
          </a:xfrm>
        </p:spPr>
        <p:txBody>
          <a:bodyPr/>
          <a:lstStyle/>
          <a:p>
            <a:fld id="{D4039460-34D4-104F-A87D-31820CDD6266}" type="datetime1">
              <a:rPr lang="en-US" smtClean="0"/>
              <a:t>4/25/2026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69731" y="457200"/>
            <a:ext cx="395821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64240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32688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" y="1737360"/>
            <a:ext cx="4812154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BFCA8-9BD5-0D66-6653-7B45B382C4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2138-E28D-3ED2-F911-171BA61DEE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1089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15DE3-263F-5B56-80FE-04252DA7AFC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49874" y="6126480"/>
            <a:ext cx="1273760" cy="365125"/>
          </a:xfrm>
        </p:spPr>
        <p:txBody>
          <a:bodyPr/>
          <a:lstStyle/>
          <a:p>
            <a:fld id="{1134199F-B77C-624E-8596-34C330D06B24}" type="datetime1">
              <a:rPr lang="en-US" smtClean="0"/>
              <a:t>4/25/2026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37360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151299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6589777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37360"/>
            <a:ext cx="4929188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9759" y="1737360"/>
            <a:ext cx="5741992" cy="4207696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9E5AF-145E-4F1A-BB20-9409893575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8992-9744-9F81-E393-2C3F1988DB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553C8-D720-0A9C-1422-FB597AA90E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6D95950-DF64-8142-88A4-F8F59685720D}" type="datetime1">
              <a:rPr lang="en-US" smtClean="0"/>
              <a:t>4/25/2026</a:t>
            </a:fld>
            <a:endParaRPr lang="en-US"/>
          </a:p>
        </p:txBody>
      </p:sp>
      <p:pic>
        <p:nvPicPr>
          <p:cNvPr id="9" name="Picture 8" descr="A blue and black image of two birds  AI-generated content may be incorrect.">
            <a:extLst>
              <a:ext uri="{FF2B5EF4-FFF2-40B4-BE49-F238E27FC236}">
                <a16:creationId xmlns:a16="http://schemas.microsoft.com/office/drawing/2014/main" id="{515AFBE3-40C6-81D7-9428-700F64A385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0544" y="-1098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034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9857233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37361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b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37360"/>
            <a:ext cx="466344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937D0-8E8C-36F0-C09F-3935C5F5A1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98034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5FE1-47F3-1838-9838-5F3981F5C0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95631" y="6126480"/>
            <a:ext cx="281880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ADA45-5086-049B-5151-875044D0EB2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314432" y="6126480"/>
            <a:ext cx="1443628" cy="365125"/>
          </a:xfrm>
        </p:spPr>
        <p:txBody>
          <a:bodyPr/>
          <a:lstStyle/>
          <a:p>
            <a:fld id="{05030E4E-627B-D64F-876E-5B4D0895463B}" type="datetime1">
              <a:rPr lang="en-US" smtClean="0"/>
              <a:t>4/25/2026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749E5-FB47-A780-BB70-15427C5C9C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924" r="48863"/>
          <a:stretch>
            <a:fillRect/>
          </a:stretch>
        </p:blipFill>
        <p:spPr>
          <a:xfrm>
            <a:off x="10841171" y="-1694"/>
            <a:ext cx="1350829" cy="707766"/>
          </a:xfrm>
          <a:prstGeom prst="rect">
            <a:avLst/>
          </a:prstGeom>
        </p:spPr>
      </p:pic>
      <p:pic>
        <p:nvPicPr>
          <p:cNvPr id="7" name="Picture 6" descr="A blue leaf on a black background  AI-generated content may be incorrect.">
            <a:extLst>
              <a:ext uri="{FF2B5EF4-FFF2-40B4-BE49-F238E27FC236}">
                <a16:creationId xmlns:a16="http://schemas.microsoft.com/office/drawing/2014/main" id="{CC4A5946-E946-3908-F594-36D825BAA6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753" b="-3752"/>
          <a:stretch>
            <a:fillRect/>
          </a:stretch>
        </p:blipFill>
        <p:spPr>
          <a:xfrm rot="16200000" flipH="1">
            <a:off x="10305612" y="-161869"/>
            <a:ext cx="611235" cy="9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1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976" y="457200"/>
            <a:ext cx="7315200" cy="10058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06976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CCFB6-66BF-D5A2-4EF3-833708DF04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06976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BAED9-FD69-CDB3-CE31-233F9E999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04572" y="6126480"/>
            <a:ext cx="36576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4576-1D70-8D69-935F-F5841843BF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B7EF76-FB1E-EA44-B271-29D75F3FBB25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526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9144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31AD-BC5C-0681-77D2-AA2DD3FACC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CFFF4-D46A-BAF9-7B12-CCCCD9D4B9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3D3FC-835B-4DD5-6FB4-1C61B80E1E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782614" y="6126480"/>
            <a:ext cx="1989786" cy="365125"/>
          </a:xfrm>
        </p:spPr>
        <p:txBody>
          <a:bodyPr/>
          <a:lstStyle/>
          <a:p>
            <a:fld id="{45042452-74AC-7E41-8CDA-7073C00E876C}" type="datetime1">
              <a:rPr lang="en-US" smtClean="0"/>
              <a:t>4/25/2026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74182" y="0"/>
            <a:ext cx="4017817" cy="6858000"/>
          </a:xfrm>
          <a:blipFill dpi="0" rotWithShape="1">
            <a:blip r:embed="rId2">
              <a:alphaModFix amt="60000"/>
            </a:blip>
            <a:srcRect/>
            <a:stretch>
              <a:fillRect l="-205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397948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564763" cy="1269482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1968816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00688" y="457200"/>
            <a:ext cx="6217920" cy="54752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6359-BBC3-9E40-B171-C99E9F4933E9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89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540760" cy="131634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089842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59" y="457200"/>
            <a:ext cx="7254239" cy="5669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EBE4-268E-1643-A712-CC93702C9C05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2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1070" y="457200"/>
            <a:ext cx="8129861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E66D84-D695-C745-96DB-748C5AC7D514}" type="datetime1">
              <a:rPr lang="en-US" smtClean="0"/>
              <a:t>4/25/2026</a:t>
            </a:fld>
            <a:endParaRPr lang="en-US"/>
          </a:p>
        </p:txBody>
      </p:sp>
      <p:pic>
        <p:nvPicPr>
          <p:cNvPr id="8" name="Picture 7" descr="Blue leaves on a black background  AI-generated content may be incorrect.">
            <a:extLst>
              <a:ext uri="{FF2B5EF4-FFF2-40B4-BE49-F238E27FC236}">
                <a16:creationId xmlns:a16="http://schemas.microsoft.com/office/drawing/2014/main" id="{7937E1ED-1028-57A9-8653-199F587CAA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056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52" y="4892040"/>
            <a:ext cx="9762068" cy="106070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457200"/>
            <a:ext cx="7315200" cy="453542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814E37-7324-6845-87AB-412490586DE2}" type="datetime1">
              <a:rPr lang="en-US" smtClean="0">
                <a:solidFill>
                  <a:schemeClr val="tx2"/>
                </a:solidFill>
              </a:rPr>
              <a:t>4/25/2026</a:t>
            </a:fld>
            <a:endParaRPr lang="en-US">
              <a:solidFill>
                <a:schemeClr val="tx2"/>
              </a:solidFill>
            </a:endParaRPr>
          </a:p>
        </p:txBody>
      </p:sp>
      <p:pic>
        <p:nvPicPr>
          <p:cNvPr id="8" name="Picture 7" descr="Blue leaves on a black background  AI-generated content may be incorrect.">
            <a:extLst>
              <a:ext uri="{FF2B5EF4-FFF2-40B4-BE49-F238E27FC236}">
                <a16:creationId xmlns:a16="http://schemas.microsoft.com/office/drawing/2014/main" id="{0880C214-5B6A-CB20-C2B7-43282B9B19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1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in a circle  AI-generated content may be incorrect.">
            <a:extLst>
              <a:ext uri="{FF2B5EF4-FFF2-40B4-BE49-F238E27FC236}">
                <a16:creationId xmlns:a16="http://schemas.microsoft.com/office/drawing/2014/main" id="{BF0F0DCE-304C-EF8B-B97E-38214832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397696"/>
            <a:ext cx="5486400" cy="1463040"/>
          </a:xfrm>
        </p:spPr>
        <p:txBody>
          <a:bodyPr anchor="t" anchorCtr="0">
            <a:normAutofit/>
          </a:bodyPr>
          <a:lstStyle>
            <a:lvl1pPr algn="ctr">
              <a:lnSpc>
                <a:spcPct val="11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74069" y="1171579"/>
            <a:ext cx="8043862" cy="356616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25823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52600" y="365760"/>
            <a:ext cx="8686800" cy="5486400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 algn="ctr">
              <a:lnSpc>
                <a:spcPct val="80000"/>
              </a:lnSpc>
              <a:buNone/>
              <a:defRPr sz="60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 algn="ctr">
              <a:lnSpc>
                <a:spcPct val="80000"/>
              </a:lnSpc>
              <a:buNone/>
              <a:defRPr sz="5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 algn="ctr">
              <a:lnSpc>
                <a:spcPct val="80000"/>
              </a:lnSpc>
              <a:buNone/>
              <a:defRPr sz="48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 algn="ctr">
              <a:lnSpc>
                <a:spcPct val="80000"/>
              </a:lnSpc>
              <a:buNone/>
              <a:defRPr sz="4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944B1-A93B-F147-9A5A-D2620572B4B1}" type="datetime1">
              <a:rPr lang="en-US" smtClean="0"/>
              <a:t>4/25/2026</a:t>
            </a:fld>
            <a:endParaRPr lang="en-US"/>
          </a:p>
        </p:txBody>
      </p:sp>
      <p:pic>
        <p:nvPicPr>
          <p:cNvPr id="10" name="Picture 9" descr="A blue and black image of two birds  AI-generated content may be incorrect.">
            <a:extLst>
              <a:ext uri="{FF2B5EF4-FFF2-40B4-BE49-F238E27FC236}">
                <a16:creationId xmlns:a16="http://schemas.microsoft.com/office/drawing/2014/main" id="{296154C5-7B40-49CB-E343-73980D8C709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  <p:pic>
        <p:nvPicPr>
          <p:cNvPr id="12" name="Picture 11" descr="A blue leafy plant  AI-generated content may be incorrect.">
            <a:extLst>
              <a:ext uri="{FF2B5EF4-FFF2-40B4-BE49-F238E27FC236}">
                <a16:creationId xmlns:a16="http://schemas.microsoft.com/office/drawing/2014/main" id="{C5608801-CE38-1990-EC36-5F382F3AC3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13" name="Picture 12" descr="A blue leaf on a black background  AI-generated content may be incorrect.">
            <a:extLst>
              <a:ext uri="{FF2B5EF4-FFF2-40B4-BE49-F238E27FC236}">
                <a16:creationId xmlns:a16="http://schemas.microsoft.com/office/drawing/2014/main" id="{497485C4-99A6-761F-6BC9-2157F7BE1A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851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on a black background  AI-generated content may be incorrect.">
            <a:extLst>
              <a:ext uri="{FF2B5EF4-FFF2-40B4-BE49-F238E27FC236}">
                <a16:creationId xmlns:a16="http://schemas.microsoft.com/office/drawing/2014/main" id="{FF848890-CE01-9C1B-6EF2-542D922D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15024" y="1040528"/>
            <a:ext cx="5843035" cy="457200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80000"/>
              </a:lnSpc>
              <a:buNone/>
              <a:defRPr sz="48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44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40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36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32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6113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60B913-2D3E-D2F1-2DC5-E8D1EB38E455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2960" y="1280160"/>
            <a:ext cx="10515600" cy="41148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1C0D-A5B5-3D43-825A-85FAF7F7BC22}" type="datetime1">
              <a:rPr lang="en-US" smtClean="0"/>
              <a:t>4/25/2026</a:t>
            </a:fld>
            <a:endParaRPr lang="en-US"/>
          </a:p>
        </p:txBody>
      </p:sp>
      <p:pic>
        <p:nvPicPr>
          <p:cNvPr id="9" name="Picture 8" descr="A blue and black image of two birds  AI-generated content may be incorrect.">
            <a:extLst>
              <a:ext uri="{FF2B5EF4-FFF2-40B4-BE49-F238E27FC236}">
                <a16:creationId xmlns:a16="http://schemas.microsoft.com/office/drawing/2014/main" id="{1CCED1F3-3CEB-D840-3519-74AC605E8D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230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ue leaves on a black background  AI-generated content may be incorrect.">
            <a:extLst>
              <a:ext uri="{FF2B5EF4-FFF2-40B4-BE49-F238E27FC236}">
                <a16:creationId xmlns:a16="http://schemas.microsoft.com/office/drawing/2014/main" id="{D25D851B-A4D3-5C99-951A-68207FA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693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195516"/>
            <a:ext cx="576072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5760720" cy="4579422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4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179664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9600" y="4941517"/>
            <a:ext cx="558800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9600" y="1049867"/>
            <a:ext cx="5588000" cy="3657597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8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D73AE9-869B-7BF3-50A5-234196163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FEB0EA-071D-4499-B42D-F2B8EA0508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50E06B-939B-0AAF-0ECC-655004CFE6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7E73F5-CCA3-444E-8B15-361BEE3A4343}" type="datetime1">
              <a:rPr lang="en-US" smtClean="0"/>
              <a:t>4/25/2026</a:t>
            </a:fld>
            <a:endParaRPr lang="en-US"/>
          </a:p>
        </p:txBody>
      </p:sp>
      <p:pic>
        <p:nvPicPr>
          <p:cNvPr id="4" name="Picture 3" descr="A lemon on a branch  AI-generated content may be incorrect.">
            <a:extLst>
              <a:ext uri="{FF2B5EF4-FFF2-40B4-BE49-F238E27FC236}">
                <a16:creationId xmlns:a16="http://schemas.microsoft.com/office/drawing/2014/main" id="{6C8943F9-BACC-FB6D-553E-E3ABEBDAF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77" y="935877"/>
            <a:ext cx="4131220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339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4955722"/>
            <a:ext cx="7772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09800" y="1344168"/>
            <a:ext cx="777240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pic>
        <p:nvPicPr>
          <p:cNvPr id="10" name="Picture 9" descr="A blue leaf on a black background  AI-generated content may be incorrect.">
            <a:extLst>
              <a:ext uri="{FF2B5EF4-FFF2-40B4-BE49-F238E27FC236}">
                <a16:creationId xmlns:a16="http://schemas.microsoft.com/office/drawing/2014/main" id="{E1FAE426-B259-9B7E-DA6B-E052E1FCE6B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1" name="Picture 10" descr="Blue leaves on a black background  AI-generated content may be incorrect.">
            <a:extLst>
              <a:ext uri="{FF2B5EF4-FFF2-40B4-BE49-F238E27FC236}">
                <a16:creationId xmlns:a16="http://schemas.microsoft.com/office/drawing/2014/main" id="{0A0E2D79-EB43-8B87-7AC2-A0043A5E3F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2" name="Picture 11" descr="Blue leaves on a black background  AI-generated content may be incorrect.">
            <a:extLst>
              <a:ext uri="{FF2B5EF4-FFF2-40B4-BE49-F238E27FC236}">
                <a16:creationId xmlns:a16="http://schemas.microsoft.com/office/drawing/2014/main" id="{7373C030-FF01-D4D1-E8D8-0EE4E6036E1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043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leaves in a circle  AI-generated content may be incorrect.">
            <a:extLst>
              <a:ext uri="{FF2B5EF4-FFF2-40B4-BE49-F238E27FC236}">
                <a16:creationId xmlns:a16="http://schemas.microsoft.com/office/drawing/2014/main" id="{E981F3B3-629F-D680-2DF2-E8D2A2A6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0" y="4782298"/>
            <a:ext cx="5486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04160" y="1344168"/>
            <a:ext cx="658368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33949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60374-D5A7-578F-94DF-B3AE40A63D76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60FC988-C014-CA7D-7F26-4EDC15295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838" y="4553078"/>
            <a:ext cx="5638800" cy="788610"/>
          </a:xfrm>
        </p:spPr>
        <p:txBody>
          <a:bodyPr/>
          <a:lstStyle>
            <a:lvl1pPr>
              <a:lnSpc>
                <a:spcPct val="120000"/>
              </a:lnSpc>
              <a:defRPr sz="180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BC7C1D-C941-64F4-959E-B9487BF4CD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79837" y="1047879"/>
            <a:ext cx="8483601" cy="3371850"/>
          </a:xfrm>
        </p:spPr>
        <p:txBody>
          <a:bodyPr anchor="ctr"/>
          <a:lstStyle>
            <a:lvl1pPr indent="0">
              <a:lnSpc>
                <a:spcPct val="80000"/>
              </a:lnSpc>
              <a:buNone/>
              <a:defRPr sz="54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628BD-4B0C-2949-B92B-496E78197D17}" type="datetime1">
              <a:rPr lang="en-US" smtClean="0"/>
              <a:t>4/25/2026</a:t>
            </a:fld>
            <a:endParaRPr lang="en-US"/>
          </a:p>
        </p:txBody>
      </p:sp>
      <p:pic>
        <p:nvPicPr>
          <p:cNvPr id="9" name="Picture 8" descr="Blue leaves on a black background  AI-generated content may be incorrect.">
            <a:extLst>
              <a:ext uri="{FF2B5EF4-FFF2-40B4-BE49-F238E27FC236}">
                <a16:creationId xmlns:a16="http://schemas.microsoft.com/office/drawing/2014/main" id="{AD9087A2-9DF4-E9FD-70DE-819B7480EA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8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leaf on a black background  AI-generated content may be incorrect.">
            <a:extLst>
              <a:ext uri="{FF2B5EF4-FFF2-40B4-BE49-F238E27FC236}">
                <a16:creationId xmlns:a16="http://schemas.microsoft.com/office/drawing/2014/main" id="{2980446A-4C51-EF2C-7912-750EC88087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315200" y="-1"/>
            <a:ext cx="3361254" cy="1034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034176"/>
            <a:ext cx="11300859" cy="138898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651760"/>
            <a:ext cx="1130086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E4B0-8B14-9B4C-A31A-5987B81B3FF3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185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C57870-6258-3787-62B9-78CC66A2B053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32720" cy="13716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51760"/>
            <a:ext cx="1033272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6A54-899C-E541-8E52-4AB7D9961575}" type="datetime1">
              <a:rPr lang="en-US" smtClean="0"/>
              <a:t>4/25/2026</a:t>
            </a:fld>
            <a:endParaRPr lang="en-US"/>
          </a:p>
        </p:txBody>
      </p:sp>
      <p:pic>
        <p:nvPicPr>
          <p:cNvPr id="7" name="Picture 6" descr="A blue and black image of two birds  AI-generated content may be incorrect.">
            <a:extLst>
              <a:ext uri="{FF2B5EF4-FFF2-40B4-BE49-F238E27FC236}">
                <a16:creationId xmlns:a16="http://schemas.microsoft.com/office/drawing/2014/main" id="{DF688FE8-69D4-9BEF-4BAA-95000B6B06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158274" y="5524901"/>
            <a:ext cx="6065596" cy="13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34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5486400" cy="2514600"/>
          </a:xfrm>
        </p:spPr>
        <p:txBody>
          <a:bodyPr anchor="b" anchorCtr="0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82336"/>
            <a:ext cx="5486400" cy="231840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A97-A7C4-9F40-8A0A-FE5948AA7EAD}" type="datetime1">
              <a:rPr lang="en-US" smtClean="0"/>
              <a:t>4/25/2026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8A79B-2A35-A3D9-A7ED-DE7607A5B87F}"/>
              </a:ext>
            </a:extLst>
          </p:cNvPr>
          <p:cNvSpPr/>
          <p:nvPr/>
        </p:nvSpPr>
        <p:spPr>
          <a:xfrm>
            <a:off x="7383790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emon on a branch  AI-generated content may be incorrect.">
            <a:extLst>
              <a:ext uri="{FF2B5EF4-FFF2-40B4-BE49-F238E27FC236}">
                <a16:creationId xmlns:a16="http://schemas.microsoft.com/office/drawing/2014/main" id="{BCAD1063-90DD-E1BB-B6C8-CF21479CD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14" y="553212"/>
            <a:ext cx="4911923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637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CCE39-E894-AE4B-8297-21AAF0EFFD0A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85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3736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DF8A-0D91-364D-A077-5FA6DB0BF384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10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0C67-8BBF-6B4F-9B47-BDE666336AA6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195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4A657-91FB-5045-886C-E8C9E2D0FBD3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32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297680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590800"/>
            <a:ext cx="4297680" cy="329184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457200"/>
            <a:ext cx="6645812" cy="53949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C984-B3DE-9046-AFE2-DCA5A31E4617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124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849492-8CEA-1782-4908-C537B7CD0034}"/>
              </a:ext>
            </a:extLst>
          </p:cNvPr>
          <p:cNvSpPr/>
          <p:nvPr/>
        </p:nvSpPr>
        <p:spPr>
          <a:xfrm>
            <a:off x="4659682" y="-1"/>
            <a:ext cx="7532318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788700" cy="176208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826137"/>
            <a:ext cx="3778112" cy="3017520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86517" y="6126480"/>
            <a:ext cx="1039521" cy="365125"/>
          </a:xfrm>
        </p:spPr>
        <p:txBody>
          <a:bodyPr/>
          <a:lstStyle/>
          <a:p>
            <a:fld id="{0265947F-1BAF-0347-867A-BE413595A34D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5073465" y="457200"/>
            <a:ext cx="670475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193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69C9E-5EF9-BB75-4627-4DC5CC69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465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2400-D5E7-A68D-169F-2E18AE06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1825625"/>
            <a:ext cx="1134658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F041-44CD-B171-7760-9BD4A44AF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126480"/>
            <a:ext cx="36576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8213-F4F4-5A28-3082-988326546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9077" y="6126480"/>
            <a:ext cx="3698529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940C-5E99-C9E6-92A2-229FA878B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84913" y="6126480"/>
            <a:ext cx="20731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F58F0028-8822-3F46-9369-4E11A89384E5}" type="datetime1">
              <a:rPr lang="en-US" smtClean="0"/>
              <a:pPr/>
              <a:t>4/25/2026</a:t>
            </a:fld>
            <a:endParaRPr lang="en-US"/>
          </a:p>
        </p:txBody>
      </p:sp>
      <p:sp>
        <p:nvSpPr>
          <p:cNvPr id="11" name="Freeform 10" hidden="1">
            <a:extLst>
              <a:ext uri="{FF2B5EF4-FFF2-40B4-BE49-F238E27FC236}">
                <a16:creationId xmlns:a16="http://schemas.microsoft.com/office/drawing/2014/main" id="{AD19C17A-2059-B291-5686-A6EE57749B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457200 w 12192000"/>
              <a:gd name="csY0" fmla="*/ 457200 h 6858000"/>
              <a:gd name="csX1" fmla="*/ 457200 w 12192000"/>
              <a:gd name="csY1" fmla="*/ 6400800 h 6858000"/>
              <a:gd name="csX2" fmla="*/ 11734800 w 12192000"/>
              <a:gd name="csY2" fmla="*/ 6400800 h 6858000"/>
              <a:gd name="csX3" fmla="*/ 11734800 w 12192000"/>
              <a:gd name="csY3" fmla="*/ 457200 h 6858000"/>
              <a:gd name="csX4" fmla="*/ 0 w 12192000"/>
              <a:gd name="csY4" fmla="*/ 0 h 6858000"/>
              <a:gd name="csX5" fmla="*/ 457200 w 12192000"/>
              <a:gd name="csY5" fmla="*/ 0 h 6858000"/>
              <a:gd name="csX6" fmla="*/ 457200 w 12192000"/>
              <a:gd name="csY6" fmla="*/ 0 h 6858000"/>
              <a:gd name="csX7" fmla="*/ 12190476 w 12192000"/>
              <a:gd name="csY7" fmla="*/ 0 h 6858000"/>
              <a:gd name="csX8" fmla="*/ 12190476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12190476 w 12192000"/>
              <a:gd name="csY11" fmla="*/ 6858000 h 6858000"/>
              <a:gd name="csX12" fmla="*/ 11734800 w 12192000"/>
              <a:gd name="csY12" fmla="*/ 6858000 h 6858000"/>
              <a:gd name="csX13" fmla="*/ 457200 w 12192000"/>
              <a:gd name="csY13" fmla="*/ 6858000 h 6858000"/>
              <a:gd name="csX14" fmla="*/ 1525 w 12192000"/>
              <a:gd name="csY14" fmla="*/ 6858000 h 6858000"/>
              <a:gd name="csX15" fmla="*/ 0 w 12192000"/>
              <a:gd name="csY15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192000" h="6858000">
                <a:moveTo>
                  <a:pt x="457200" y="457200"/>
                </a:moveTo>
                <a:lnTo>
                  <a:pt x="457200" y="6400800"/>
                </a:lnTo>
                <a:lnTo>
                  <a:pt x="11734800" y="6400800"/>
                </a:lnTo>
                <a:lnTo>
                  <a:pt x="11734800" y="457200"/>
                </a:lnTo>
                <a:close/>
                <a:moveTo>
                  <a:pt x="0" y="0"/>
                </a:moveTo>
                <a:lnTo>
                  <a:pt x="457200" y="0"/>
                </a:lnTo>
                <a:lnTo>
                  <a:pt x="457200" y="0"/>
                </a:lnTo>
                <a:lnTo>
                  <a:pt x="12190476" y="0"/>
                </a:lnTo>
                <a:lnTo>
                  <a:pt x="12190476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0476" y="6858000"/>
                </a:lnTo>
                <a:lnTo>
                  <a:pt x="11734800" y="6858000"/>
                </a:lnTo>
                <a:lnTo>
                  <a:pt x="457200" y="6858000"/>
                </a:lnTo>
                <a:lnTo>
                  <a:pt x="1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  <p:sldLayoutId id="2147483776" r:id="rId32"/>
    <p:sldLayoutId id="2147483777" r:id="rId33"/>
    <p:sldLayoutId id="2147483778" r:id="rId34"/>
    <p:sldLayoutId id="2147483779" r:id="rId35"/>
    <p:sldLayoutId id="2147483780" r:id="rId36"/>
    <p:sldLayoutId id="2147483781" r:id="rId37"/>
    <p:sldLayoutId id="2147483782" r:id="rId38"/>
    <p:sldLayoutId id="2147483783" r:id="rId39"/>
    <p:sldLayoutId id="2147483784" r:id="rId40"/>
    <p:sldLayoutId id="2147483785" r:id="rId41"/>
    <p:sldLayoutId id="2147483786" r:id="rId42"/>
    <p:sldLayoutId id="2147483787" r:id="rId43"/>
    <p:sldLayoutId id="2147483788" r:id="rId44"/>
    <p:sldLayoutId id="2147483789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200" baseline="0">
          <a:solidFill>
            <a:schemeClr val="tx1"/>
          </a:solidFill>
          <a:latin typeface="+mj-lt"/>
          <a:ea typeface="+mj-ea"/>
          <a:cs typeface="Urdu Typesetting" panose="03020402040406030203" pitchFamily="66" charset="-78"/>
        </a:defRPr>
      </a:lvl1pPr>
    </p:titleStyle>
    <p:bodyStyle>
      <a:lvl1pPr marL="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3pPr>
      <a:lvl4pPr marL="804672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4pPr>
      <a:lvl5pPr marL="1024128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8190-6C6B-103B-6784-A34365AB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483579" cy="4069724"/>
          </a:xfrm>
        </p:spPr>
        <p:txBody>
          <a:bodyPr>
            <a:normAutofit/>
          </a:bodyPr>
          <a:lstStyle/>
          <a:p>
            <a:pPr fontAlgn="base"/>
            <a:r>
              <a:rPr lang="en-GB" sz="3600" b="1" dirty="0"/>
              <a:t>VASC</a:t>
            </a:r>
            <a:r>
              <a:rPr lang="en-GB" sz="3600" dirty="0"/>
              <a:t> </a:t>
            </a:r>
            <a:br>
              <a:rPr lang="en-GB" sz="3600" b="1" dirty="0"/>
            </a:br>
            <a:r>
              <a:rPr lang="en-GB" sz="3600" b="1" dirty="0"/>
              <a:t> </a:t>
            </a:r>
            <a:r>
              <a:rPr lang="en-GB" sz="3600" dirty="0" err="1"/>
              <a:t>MathsDosentWork</a:t>
            </a:r>
            <a:br>
              <a:rPr lang="en-GB" sz="3600" b="1" dirty="0"/>
            </a:br>
            <a:br>
              <a:rPr lang="en-GB" dirty="0"/>
            </a:br>
            <a:r>
              <a:rPr lang="en-GB" sz="3600" i="1" dirty="0"/>
              <a:t>Autonomiczny Kontroler Bezpieczeństwa Pojazdu</a:t>
            </a:r>
            <a:r>
              <a:rPr lang="en-GB" sz="3600" dirty="0"/>
              <a:t> </a:t>
            </a:r>
            <a:br>
              <a:rPr lang="en-GB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3E1E8-4588-F79E-3132-D90D12E27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63" y="6030913"/>
            <a:ext cx="9144000" cy="549275"/>
          </a:xfrm>
        </p:spPr>
        <p:txBody>
          <a:bodyPr/>
          <a:lstStyle/>
          <a:p>
            <a:r>
              <a:rPr lang="en-US" dirty="0"/>
              <a:t>Hackathon AGH 2026 — </a:t>
            </a:r>
            <a:r>
              <a:rPr lang="en-US" dirty="0" err="1"/>
              <a:t>Zespół</a:t>
            </a:r>
            <a:r>
              <a:rPr lang="en-US" dirty="0"/>
              <a:t> </a:t>
            </a:r>
            <a:r>
              <a:rPr lang="en-US" dirty="0" err="1"/>
              <a:t>MathsDoesntWork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0C604-F9E2-00CD-3B5A-62E321B5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GB" i="1" dirty="0">
                <a:latin typeface="Univers Light (Body)"/>
              </a:rPr>
              <a:t>“Doskonałość osiąga się nie wtedy, gdy nie ma już nic do dodania, ale gdy nie ma już nic do odjęcia.”</a:t>
            </a:r>
            <a:r>
              <a:rPr lang="en-GB" dirty="0">
                <a:latin typeface="Univers Light (Body)"/>
              </a:rPr>
              <a:t> </a:t>
            </a:r>
            <a:endParaRPr lang="en-US" dirty="0">
              <a:latin typeface="Univers Light (Body)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51F49-980E-AFC1-328F-408BB2D5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9450" y="430684"/>
            <a:ext cx="2743200" cy="365125"/>
          </a:xfrm>
        </p:spPr>
        <p:txBody>
          <a:bodyPr/>
          <a:lstStyle/>
          <a:p>
            <a:fld id="{E2F9B567-4DEA-7E48-AA7A-6B6B391D7DD0}" type="datetime1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2BDA-165B-093D-2C99-A79E149D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2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E77B-AF32-46C5-655D-98A94A2C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Regulacje i normy do uwzględnienia:</a:t>
            </a:r>
          </a:p>
        </p:txBody>
      </p:sp>
      <p:sp>
        <p:nvSpPr>
          <p:cNvPr id="3" name="Left Column"/>
          <p:cNvSpPr>
            <a:spLocks noGrp="1"/>
          </p:cNvSpPr>
          <p:nvPr/>
        </p:nvSpPr>
        <p:spPr>
          <a:xfrm>
            <a:off x="483508" y="960119"/>
            <a:ext cx="5400000" cy="5000000"/>
          </a:xfrm>
          <a:prstGeom prst="rect">
            <a:avLst/>
          </a:prstGeom>
        </p:spPr>
        <p:txBody>
          <a:bodyPr lIns="91440" tIns="91440" rIns="91440" bIns="9144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500" b="1" dirty="0"/>
              <a:t>Rozporządzenie ONZ nr 157 — ALKS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lang="en-GB" sz="1300" dirty="0"/>
              <a:t>• Eskalacja alertów przed uruchomieniem MRM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Inicjacja Manewru Minimalnego Ryzyka (MRM)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Płynne hamowanie do kontrolowanego zatrzymania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Awaryjne hamowanie tylko przy nieuniknionej kolizji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Oczy z drogi: 10 s autostrada / 15 s niska prędkość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GB" sz="1500" b="1" dirty="0"/>
              <a:t>Rozporządzenie ONZ nr 152 — AEB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lang="en-GB" sz="1300" dirty="0"/>
              <a:t>• Wykrywa grożącą kolizję i hamuje automatycznie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Stopniowe hamowanie tam, gdzie to możliwe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W pełni autonomiczny — bez udziału kierowcy</a:t>
            </a:r>
          </a:p>
        </p:txBody>
      </p:sp>
      <p:sp>
        <p:nvSpPr>
          <p:cNvPr id="8" name="Right Column"/>
          <p:cNvSpPr>
            <a:spLocks noGrp="1"/>
          </p:cNvSpPr>
          <p:nvPr/>
        </p:nvSpPr>
        <p:spPr>
          <a:xfrm>
            <a:off x="6200000" y="960119"/>
            <a:ext cx="5500000" cy="5000000"/>
          </a:xfrm>
          <a:prstGeom prst="rect">
            <a:avLst/>
          </a:prstGeom>
        </p:spPr>
        <p:txBody>
          <a:bodyPr lIns="91440" tIns="91440" rIns="91440" bIns="91440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500" b="1" dirty="0"/>
              <a:t>ISO 22179 / ISO 22733 — Progi AEB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lang="en-GB" sz="1300" dirty="0"/>
              <a:t>• Hamowanie komfortowe: do ~0,3g (domyślne)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Hamowanie awaryjne: do ~1,0g (ostateczność)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Limit szarpnięcia: ≤5 m/s³ (komfort pasażera)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GB" sz="1500" b="1" dirty="0"/>
              <a:t>Standardy branżowe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lang="en-GB" sz="1300" dirty="0"/>
              <a:t>• Mercedes Drive Pilot — SAE Poziom 3, max 60 km/h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Tesla FSD — SAE Poziom 2, oczy z drogi 8 s / 10 s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PERCLOS threshold: &gt;15% eye closure = drowsy</a:t>
            </a:r>
          </a:p>
          <a:p>
            <a:pPr>
              <a:lnSpc>
                <a:spcPct val="120000"/>
              </a:lnSpc>
            </a:pPr>
            <a:r>
              <a:rPr lang="en-GB" sz="1300" dirty="0"/>
              <a:t>• DMS obowiązkowy w pojazdach UE od 2026 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8B443-D56B-5CFD-F5EE-DFD0068F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806BF-3014-AC8B-69C8-F7BE8B9D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VASC | MathsDoesntWork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0CC5CE-3D64-DA14-912E-AAC626829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78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5314-B987-970C-A658-AC56E128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Maszyna</a:t>
            </a:r>
            <a:r>
              <a:rPr lang="en-GB" dirty="0"/>
              <a:t> </a:t>
            </a:r>
            <a:r>
              <a:rPr lang="en-GB" dirty="0" err="1"/>
              <a:t>Stanów</a:t>
            </a:r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40BAD-C053-2119-9491-19D8167C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5746-45A6-0D1D-05A9-974B452B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VASC | MathsDoesntWork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7BE90-04F8-3578-1B51-BAC0E02F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BBE1B01A-D475-59C6-FAF1-70FD27508B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B32C3E2D-73B8-0138-069E-05A4AEB760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431B14-5836-9314-69F1-71A212BDC7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8" t="1915" r="1065" b="1915"/>
          <a:stretch>
            <a:fillRect/>
          </a:stretch>
        </p:blipFill>
        <p:spPr>
          <a:xfrm>
            <a:off x="6145162" y="0"/>
            <a:ext cx="6056670" cy="3849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1DAA23-FDDD-9890-86C9-A33AF536F0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5" t="1" b="2512"/>
          <a:stretch>
            <a:fillRect/>
          </a:stretch>
        </p:blipFill>
        <p:spPr>
          <a:xfrm>
            <a:off x="-9832" y="3298231"/>
            <a:ext cx="800733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65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3617C-50C5-F6D3-F434-DBC14909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2C1A9-D1CE-3CF0-B4EE-B680B8D70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VASC | MathsDoesntWork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8BE756A-DB73-1951-36C7-527121E49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C6C8C1-3765-5B30-1A10-CD2644AF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7" y="137616"/>
            <a:ext cx="8921078" cy="454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50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CC5D-53DD-8930-8F43-4580CA14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Wykrywanie Senności — Monitorowanie Kierowcy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A9FB8-9B89-C1C4-497F-C4F13E22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E31CF-143F-1F66-B0ED-BCCD6686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VASC | MathsDoesntWork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35D962-C30E-E42C-9D69-EC51F23C0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45E36C-D559-57C2-FAF0-16242D813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463040"/>
            <a:ext cx="5502307" cy="33986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418B50-748D-8A91-B85F-EDF7238F0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55" y="1383786"/>
            <a:ext cx="5490966" cy="339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8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62DE-65A0-54A2-1C07-AD0C6273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Wykrywanie Senności na Żywo — Stan CZUWANIA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2FF31-5D66-0D2D-AD99-929BAE34E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81F32-3912-5845-7777-60CF5498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3EA28-53F7-2369-8952-3B7AAB4E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VASC | MathsDoesntWork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8C3743-106C-0A66-820A-38BA7A6BF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5E8647-68B9-F122-5AB7-24A5CB676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101" y="1102535"/>
            <a:ext cx="7543964" cy="46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24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3D5B6-190F-6F0A-AEA0-0393BDB8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Symulacja Autonomiczna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65687-609F-2A5D-4C1E-2C0A7F24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96DED-ABBC-B936-1B7F-8F685297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VASC | MathsDoesntWork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710B453-59E0-0FD6-AC2B-9C098096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DE5A595-B3AD-347A-D56A-76B1FDD03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107" y="1005840"/>
            <a:ext cx="3293645" cy="498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88FB14-002E-F664-BA57-F61D5333C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3875"/>
            <a:ext cx="8336415" cy="366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32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47F0-2637-170A-1970-AFE9C394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Konfiguracja Kamery i Radaru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86EF3-20C6-A813-BB9C-DB1FEB3AE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BC8C1-67B5-DBCD-37BB-254F8465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2957-F3E5-A19D-09BA-CA51ADE63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VASC | MathsDoesntWork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BE8B24-C08B-604B-391D-CEB18907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9701EB-CBF4-C740-FF7B-FE0429C44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5" y="1200724"/>
            <a:ext cx="6545056" cy="47885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083E82-D243-1DB3-7EB8-1A731233F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008" y="1051560"/>
            <a:ext cx="5612129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5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9EC5-6EA9-0083-468B-55B30C97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Symulacja</a:t>
            </a:r>
            <a:r>
              <a:rPr lang="en-GB" dirty="0"/>
              <a:t> </a:t>
            </a:r>
            <a:r>
              <a:rPr lang="en-GB" dirty="0" err="1"/>
              <a:t>wielu</a:t>
            </a:r>
            <a:r>
              <a:rPr lang="en-GB" dirty="0"/>
              <a:t> </a:t>
            </a:r>
            <a:r>
              <a:rPr lang="en-GB" dirty="0" err="1"/>
              <a:t>pojazd</a:t>
            </a:r>
            <a:r>
              <a:rPr lang="en-US" dirty="0"/>
              <a:t>ó</a:t>
            </a:r>
            <a:r>
              <a:rPr lang="en-GB" dirty="0"/>
              <a:t>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275AC-81CF-F293-8D32-BE1288FF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83235-70C9-DD30-0B11-601D2083F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FAC1C-8F59-574E-3806-473C3E6D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VASC | MathsDoesntWork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7024B40-9B8C-D2A7-2BEA-E1E29FB4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7B57A6-5534-46C3-0F92-A13FDEBD7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1170310"/>
            <a:ext cx="11274552" cy="481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61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DC5F-91D0-4F50-A122-4BBCF0BD4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698360"/>
          </a:xfrm>
        </p:spPr>
        <p:txBody>
          <a:bodyPr/>
          <a:lstStyle/>
          <a:p>
            <a:r>
              <a:rPr lang="en-GB" dirty="0"/>
              <a:t>Zrealizowane Zadania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9A458-35DA-0209-5888-712855806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791914"/>
            <a:ext cx="11274552" cy="3914406"/>
          </a:xfrm>
        </p:spPr>
        <p:txBody>
          <a:bodyPr>
            <a:normAutofit/>
          </a:bodyPr>
          <a:lstStyle/>
          <a:p>
            <a:pPr indent="0">
              <a:lnSpc>
                <a:spcPct val="130000"/>
              </a:lnSpc>
              <a:spcBef>
                <a:spcPts val="200"/>
              </a:spcBef>
              <a:buNone/>
            </a:pPr>
            <a:r>
              <a:rPr lang="en-GB" sz="2000" b="1" dirty="0"/>
              <a:t>✅  Maszyna Stanów Skończonych (MRM) implemented</a:t>
            </a:r>
          </a:p>
          <a:p>
            <a:pPr indent="0">
              <a:lnSpc>
                <a:spcPct val="130000"/>
              </a:lnSpc>
              <a:spcBef>
                <a:spcPts val="200"/>
              </a:spcBef>
              <a:buNone/>
            </a:pPr>
            <a:r>
              <a:rPr lang="en-GB" sz="2000" b="1" dirty="0"/>
              <a:t>✅  Rozpoznawanie twarzy i wykrywanie senności</a:t>
            </a:r>
          </a:p>
          <a:p>
            <a:pPr indent="0">
              <a:lnSpc>
                <a:spcPct val="130000"/>
              </a:lnSpc>
              <a:spcBef>
                <a:spcPts val="200"/>
              </a:spcBef>
              <a:buNone/>
            </a:pPr>
            <a:r>
              <a:rPr lang="en-GB" sz="2000" b="1" dirty="0"/>
              <a:t>✅  Wynik pewności z etykietą senny/czuwający</a:t>
            </a:r>
          </a:p>
          <a:p>
            <a:pPr indent="0">
              <a:lnSpc>
                <a:spcPct val="130000"/>
              </a:lnSpc>
              <a:spcBef>
                <a:spcPts val="200"/>
              </a:spcBef>
              <a:buNone/>
            </a:pPr>
            <a:r>
              <a:rPr lang="en-GB" sz="2000" b="1" dirty="0"/>
              <a:t>✅  Działa przez okulary i maski</a:t>
            </a:r>
          </a:p>
          <a:p>
            <a:pPr indent="0">
              <a:lnSpc>
                <a:spcPct val="130000"/>
              </a:lnSpc>
              <a:spcBef>
                <a:spcPts val="200"/>
              </a:spcBef>
              <a:buNone/>
            </a:pPr>
            <a:r>
              <a:rPr lang="en-GB" sz="2000" b="1" dirty="0"/>
              <a:t>✅  Symulacja scenariusza jazdy w MATLAB</a:t>
            </a:r>
          </a:p>
          <a:p>
            <a:pPr indent="0">
              <a:lnSpc>
                <a:spcPct val="130000"/>
              </a:lnSpc>
              <a:spcBef>
                <a:spcPts val="200"/>
              </a:spcBef>
              <a:buNone/>
            </a:pPr>
            <a:r>
              <a:rPr lang="en-GB" sz="2000" b="1" dirty="0"/>
              <a:t>✅  Zatrzymanie na poboczu — kierowca bezpieczny</a:t>
            </a:r>
          </a:p>
          <a:p>
            <a:pPr indent="0">
              <a:lnSpc>
                <a:spcPct val="130000"/>
              </a:lnSpc>
              <a:spcBef>
                <a:spcPts val="200"/>
              </a:spcBef>
              <a:buNone/>
            </a:pPr>
            <a:r>
              <a:rPr lang="en-GB" sz="2000" b="1" dirty="0"/>
              <a:t>✅  Symulacja w czasie rzeczywistym z kamerą na żywo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9D995-47CC-0326-8AC5-8DC447F4F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9703E-1DE0-7F11-A9A0-98F7408DD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VASC | MathsDoesntWork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24173B-5999-71B3-178F-F01635D4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67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A9952-6705-408C-A5CD-061CA0817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GB" sz="6600" dirty="0"/>
              <a:t>Thank you for your 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F3C5-2E4D-162F-41CB-8DBAD6ACB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2FF2-A785-FD30-13E9-E40F5B4A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613FEB-6098-39BA-F5B5-026E434E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88314"/>
      </p:ext>
    </p:extLst>
  </p:cSld>
  <p:clrMapOvr>
    <a:masterClrMapping/>
  </p:clrMapOvr>
</p:sld>
</file>

<file path=ppt/theme/theme1.xml><?xml version="1.0" encoding="utf-8"?>
<a:theme xmlns:a="http://schemas.openxmlformats.org/drawingml/2006/main" name="Roman fresco">
  <a:themeElements>
    <a:clrScheme name="Roman Fresco">
      <a:dk1>
        <a:srgbClr val="000000"/>
      </a:dk1>
      <a:lt1>
        <a:srgbClr val="FFFFFF"/>
      </a:lt1>
      <a:dk2>
        <a:srgbClr val="000221"/>
      </a:dk2>
      <a:lt2>
        <a:srgbClr val="F3ECE1"/>
      </a:lt2>
      <a:accent1>
        <a:srgbClr val="11338A"/>
      </a:accent1>
      <a:accent2>
        <a:srgbClr val="E6B916"/>
      </a:accent2>
      <a:accent3>
        <a:srgbClr val="11338A"/>
      </a:accent3>
      <a:accent4>
        <a:srgbClr val="B9D2DF"/>
      </a:accent4>
      <a:accent5>
        <a:srgbClr val="412D2B"/>
      </a:accent5>
      <a:accent6>
        <a:srgbClr val="DB4C3F"/>
      </a:accent6>
      <a:hlink>
        <a:srgbClr val="467886"/>
      </a:hlink>
      <a:folHlink>
        <a:srgbClr val="96607D"/>
      </a:folHlink>
    </a:clrScheme>
    <a:fontScheme name="Custom 81">
      <a:majorFont>
        <a:latin typeface="Urdu Typesetting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oman Fresco_win32_EF_v3" id="{0AF11A7C-A41D-41B6-B350-8E2BC476B03D}" vid="{259414C7-5EB5-4AA2-A628-750D76F236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d74773c-6dee-4dc7-9087-2264feb7412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C7A548AA1BF004A8BDD1447E5FBEC0C" ma:contentTypeVersion="5" ma:contentTypeDescription="Utwórz nowy dokument." ma:contentTypeScope="" ma:versionID="a5e991d9204ebbd6a7e94a875d2bf15a">
  <xsd:schema xmlns:xsd="http://www.w3.org/2001/XMLSchema" xmlns:xs="http://www.w3.org/2001/XMLSchema" xmlns:p="http://schemas.microsoft.com/office/2006/metadata/properties" xmlns:ns3="dd74773c-6dee-4dc7-9087-2264feb74126" targetNamespace="http://schemas.microsoft.com/office/2006/metadata/properties" ma:root="true" ma:fieldsID="986f3ec2bafafde29680b75cbf63ed6d" ns3:_="">
    <xsd:import namespace="dd74773c-6dee-4dc7-9087-2264feb7412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74773c-6dee-4dc7-9087-2264feb7412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F5451F-E621-486E-8A64-50FEB3855E59}">
  <ds:schemaRefs>
    <ds:schemaRef ds:uri="http://schemas.openxmlformats.org/package/2006/metadata/core-properties"/>
    <ds:schemaRef ds:uri="dd74773c-6dee-4dc7-9087-2264feb74126"/>
    <ds:schemaRef ds:uri="http://purl.org/dc/dcmitype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F95F468-04A7-4805-ADA4-26CF6754E9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74773c-6dee-4dc7-9087-2264feb741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C0A7E9-1715-433B-8855-F7DBB272AE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{AF7E617A-5177-425B-AB5E-7EC3BD49CD67}331dd956-868b-498c-ac85-8754876205c5-TF91c547f1-df9a-4c72-b625-a0a7ba9e0dab_win32</Template>
  <TotalTime>297</TotalTime>
  <Words>350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Univers Light</vt:lpstr>
      <vt:lpstr>Univers Light (Body)</vt:lpstr>
      <vt:lpstr>Urdu Typesetting</vt:lpstr>
      <vt:lpstr>Roman fresco</vt:lpstr>
      <vt:lpstr>VASC   MathsDosentWork  Autonomiczny Kontroler Bezpieczeństwa Pojazdu  </vt:lpstr>
      <vt:lpstr>Regulacje i normy do uwzględnienia:</vt:lpstr>
      <vt:lpstr>Maszyna Stanów </vt:lpstr>
      <vt:lpstr>PowerPoint Presentation</vt:lpstr>
      <vt:lpstr>Wykrywanie Senności — Monitorowanie Kierowcy</vt:lpstr>
      <vt:lpstr>Wykrywanie Senności na Żywo — Stan CZUWANIA</vt:lpstr>
      <vt:lpstr>Symulacja Autonomiczna</vt:lpstr>
      <vt:lpstr>Konfiguracja Kamery i Radaru</vt:lpstr>
      <vt:lpstr>Symulacja wielu pojazdów</vt:lpstr>
      <vt:lpstr>Zrealizowane Zadania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Rzeszótko</dc:creator>
  <cp:lastModifiedBy>Phillip Rzeszótko</cp:lastModifiedBy>
  <cp:revision>2</cp:revision>
  <dcterms:created xsi:type="dcterms:W3CDTF">2026-04-25T09:32:10Z</dcterms:created>
  <dcterms:modified xsi:type="dcterms:W3CDTF">2026-04-25T15:00:14Z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0x010100FC7A548AA1BF004A8BDD1447E5FBEC0C</vt:lpwstr>
  </property>
  <property fmtid="{D5CDD505-2E9C-101B-9397-08002B2CF9AE}" pid="3" name="MediaServiceImageTags">
    <vt:lpwstr/>
  </property>
</Properties>
</file>